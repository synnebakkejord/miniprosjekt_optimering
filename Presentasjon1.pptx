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1" r:id="rId3"/>
    <p:sldId id="262" r:id="rId4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14"/>
  </p:normalViewPr>
  <p:slideViewPr>
    <p:cSldViewPr snapToGrid="0">
      <p:cViewPr varScale="1">
        <p:scale>
          <a:sx n="115" d="100"/>
          <a:sy n="115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5BA5AEB-DCAA-F997-F5BD-6A5EA51CA8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216D9B6B-7A8B-587F-BC31-8A213E27B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C913C32-A699-5492-4393-C9B804CF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D89A954-7929-1F00-9385-EAFEEB2A4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96EC087-1853-9BDB-932E-5A29B7DE0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30613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1D9F531-FF04-F592-58F5-981E21598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784393A-1F6B-F31C-6C9F-FF3710A1D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8ED995C-0100-DA9E-9773-74F0366C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6615820-01F9-F16E-20F9-85AAC19D4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C7FC6580-4008-2B10-A950-61FF75B4C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6522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04B29F7-FE91-E115-717F-373930053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8C074B2-683F-C66C-F1A9-C72F0E98F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856DFCB-F36E-A2D9-2302-D8308E20A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855B199-466D-2EE4-A2D7-AD1117B2C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B67ECA7-CC4E-0D7A-7B02-B1E79EAFE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23480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007AD71-01BA-C9CB-F249-CD8AEBE1A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DD2C928-2AF0-0200-042C-9B0EE37D0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EEEAACA-F4D6-3640-5F39-5A2BF056A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D22A3F50-8144-D120-3E6A-2974BF712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786CB9B-32CE-8D41-965C-BCE618B62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49F35CF-4C0B-2D50-C808-DB0E94522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43547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9D17B18-3543-2380-3DBF-0A8E92DFD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2B16BECE-BBA6-6A9A-7C3C-B17738C71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7C55345-F26A-C3A4-B81A-393FD1AD4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B2BC0BFC-B60E-CC24-C08F-E43F88F8A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0B84C46-BE45-3475-7545-26FB6347B6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4D4EEFC3-11DF-7B5B-DEAB-B8620AC49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8F8F4639-1AF7-7C02-CF78-CED489F94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5FBD1CBA-EA9C-259B-8FF9-4D02E533B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81984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940CE75-DA65-9E8E-D628-FA97F595E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65271C7-2C13-70EA-25AD-6F061AACA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69D8B713-1B64-97D1-9A62-C3CF7EEB9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7DF3BF4-D260-1123-79B0-7846CFA5C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62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2991714F-6A36-DF6C-A126-6B85C267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E6B00C77-1565-B1F5-4FF4-FDEF30EE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21203B57-8F98-2CEA-3030-DC7CDF1C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8858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0EB6DA-71E6-74ED-7921-31C668739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2E1AD46-FB53-EDD6-062F-F6EACE74A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0E75B67-0C31-30DC-52F9-F20C6B862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3562595-2F3A-92BC-2042-BB5352F50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D2811D4-0A0A-2A83-2429-6463FBAEE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02D74264-27F5-BDCD-DABA-1CB97949C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6402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C8F1B66-0CC8-D182-2F88-1305D9205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84029239-E860-FC65-FD58-5F7972524F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73B9CE04-054F-E88C-7BB6-20F7CA855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472F52D3-458A-8C4A-2AC4-BB68C3E34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D531904-B658-E8BB-9C11-DAD8E4692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81642B30-8F04-7363-A0BD-FE970970B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061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0206F5D-D2A8-34EE-8D27-A6D9CC119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16CB2930-961D-B94C-A05E-86C91EDD3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AA79F4F-0253-F4A1-2537-C5ADE3F62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0DCE849-AF42-56B5-CF97-8937F875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7E60C8A-3379-8BBC-23F7-71AE1BA90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4547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93209900-20F3-DA36-D1C1-B78C1E6A65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73449ECF-74A1-49BC-2ADD-F84E42959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5C5CA3B-FACD-E5D2-4EF6-50784CCA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0C9907A-821D-5365-3388-230EAAC65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A774360-0809-487D-2332-D83F52B9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88310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79E7E281-44F1-6FCD-3832-580380556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D365DC65-69EB-1B30-8EA6-FC3DAA305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04FE09B-D7D2-489B-4C47-FB595EB0F0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1EEC61-84A2-1A4C-99EF-E52BB41EB26C}" type="datetimeFigureOut">
              <a:rPr lang="nb-NO" smtClean="0"/>
              <a:t>13.04.2026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347785D-D080-780A-9CEB-BBB9A301F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45BB166-BE5C-DF97-3EEE-A01006ADBC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EE3044-DF45-FD49-89BC-19DE139F0929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16781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6E122-A1D5-106D-7DA5-E2E97E8CE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8B090C60-C007-47C0-C593-64DAD9CA43A0}"/>
              </a:ext>
            </a:extLst>
          </p:cNvPr>
          <p:cNvSpPr/>
          <p:nvPr/>
        </p:nvSpPr>
        <p:spPr>
          <a:xfrm>
            <a:off x="2804533" y="2263698"/>
            <a:ext cx="1120698" cy="579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Triage</a:t>
            </a:r>
            <a:endParaRPr lang="nb-NO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A1F3454-9E83-E0BC-BF5F-EC8C65FFA206}"/>
              </a:ext>
            </a:extLst>
          </p:cNvPr>
          <p:cNvSpPr/>
          <p:nvPr/>
        </p:nvSpPr>
        <p:spPr>
          <a:xfrm>
            <a:off x="6502673" y="2224668"/>
            <a:ext cx="2453268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Diagnostisering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44858F3-CBAA-0805-C84F-C211876BAA02}"/>
              </a:ext>
            </a:extLst>
          </p:cNvPr>
          <p:cNvSpPr/>
          <p:nvPr/>
        </p:nvSpPr>
        <p:spPr>
          <a:xfrm>
            <a:off x="1605775" y="2174488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7F4B3F05-EE3A-ABF6-9DFF-ADE7FFCAB0AE}"/>
              </a:ext>
            </a:extLst>
          </p:cNvPr>
          <p:cNvSpPr/>
          <p:nvPr/>
        </p:nvSpPr>
        <p:spPr>
          <a:xfrm>
            <a:off x="4941500" y="2169106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cxnSp>
        <p:nvCxnSpPr>
          <p:cNvPr id="9" name="Rett pil 8">
            <a:extLst>
              <a:ext uri="{FF2B5EF4-FFF2-40B4-BE49-F238E27FC236}">
                <a16:creationId xmlns:a16="http://schemas.microsoft.com/office/drawing/2014/main" id="{E272258B-6C62-3E73-D6EB-486604FAAF54}"/>
              </a:ext>
            </a:extLst>
          </p:cNvPr>
          <p:cNvCxnSpPr>
            <a:endCxn id="6" idx="2"/>
          </p:cNvCxnSpPr>
          <p:nvPr/>
        </p:nvCxnSpPr>
        <p:spPr>
          <a:xfrm>
            <a:off x="724829" y="2553629"/>
            <a:ext cx="8809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tt pil 9">
            <a:extLst>
              <a:ext uri="{FF2B5EF4-FFF2-40B4-BE49-F238E27FC236}">
                <a16:creationId xmlns:a16="http://schemas.microsoft.com/office/drawing/2014/main" id="{1DBFEC04-4EEB-13E3-9614-65E5F205A52D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925231" y="2548248"/>
            <a:ext cx="977242" cy="5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tt pil 12">
            <a:extLst>
              <a:ext uri="{FF2B5EF4-FFF2-40B4-BE49-F238E27FC236}">
                <a16:creationId xmlns:a16="http://schemas.microsoft.com/office/drawing/2014/main" id="{6EB80399-1790-C524-3B9F-5EF8A3DF196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722085" y="2548247"/>
            <a:ext cx="780588" cy="16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tt pil 13">
            <a:extLst>
              <a:ext uri="{FF2B5EF4-FFF2-40B4-BE49-F238E27FC236}">
                <a16:creationId xmlns:a16="http://schemas.microsoft.com/office/drawing/2014/main" id="{CCF18864-CFA3-4CFE-F5A1-413BCF516E1B}"/>
              </a:ext>
            </a:extLst>
          </p:cNvPr>
          <p:cNvCxnSpPr>
            <a:cxnSpLocks/>
          </p:cNvCxnSpPr>
          <p:nvPr/>
        </p:nvCxnSpPr>
        <p:spPr>
          <a:xfrm>
            <a:off x="8955941" y="2556513"/>
            <a:ext cx="814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tt pil 15">
            <a:extLst>
              <a:ext uri="{FF2B5EF4-FFF2-40B4-BE49-F238E27FC236}">
                <a16:creationId xmlns:a16="http://schemas.microsoft.com/office/drawing/2014/main" id="{FFC3917F-0AE2-FB54-2AEE-9EB8513D86F8}"/>
              </a:ext>
            </a:extLst>
          </p:cNvPr>
          <p:cNvCxnSpPr>
            <a:cxnSpLocks/>
          </p:cNvCxnSpPr>
          <p:nvPr/>
        </p:nvCxnSpPr>
        <p:spPr>
          <a:xfrm>
            <a:off x="2341756" y="2564780"/>
            <a:ext cx="4404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3BFE993D-FF4F-5920-F6C2-BDB85ED6F435}"/>
              </a:ext>
            </a:extLst>
          </p:cNvPr>
          <p:cNvSpPr txBox="1"/>
          <p:nvPr/>
        </p:nvSpPr>
        <p:spPr>
          <a:xfrm>
            <a:off x="1425844" y="1803758"/>
            <a:ext cx="1151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Venterom</a:t>
            </a:r>
          </a:p>
          <a:p>
            <a:endParaRPr lang="nb-NO" dirty="0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7EFDF1EB-177E-C7E6-9074-67BAA343A260}"/>
              </a:ext>
            </a:extLst>
          </p:cNvPr>
          <p:cNvSpPr txBox="1"/>
          <p:nvPr/>
        </p:nvSpPr>
        <p:spPr>
          <a:xfrm>
            <a:off x="4737702" y="1750397"/>
            <a:ext cx="1418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dirty="0"/>
              <a:t>Akuttmottak</a:t>
            </a:r>
          </a:p>
        </p:txBody>
      </p:sp>
      <p:sp>
        <p:nvSpPr>
          <p:cNvPr id="19" name="Avrundet rektangel 18">
            <a:extLst>
              <a:ext uri="{FF2B5EF4-FFF2-40B4-BE49-F238E27FC236}">
                <a16:creationId xmlns:a16="http://schemas.microsoft.com/office/drawing/2014/main" id="{D7A44A51-0630-F4F0-C62D-78A5AFABBBC0}"/>
              </a:ext>
            </a:extLst>
          </p:cNvPr>
          <p:cNvSpPr/>
          <p:nvPr/>
        </p:nvSpPr>
        <p:spPr>
          <a:xfrm>
            <a:off x="4651570" y="3715980"/>
            <a:ext cx="1460809" cy="45739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Akuttsenger</a:t>
            </a:r>
          </a:p>
        </p:txBody>
      </p:sp>
      <p:sp>
        <p:nvSpPr>
          <p:cNvPr id="20" name="Avrundet rektangel 19">
            <a:extLst>
              <a:ext uri="{FF2B5EF4-FFF2-40B4-BE49-F238E27FC236}">
                <a16:creationId xmlns:a16="http://schemas.microsoft.com/office/drawing/2014/main" id="{228902EA-B33D-D5A6-AEDD-0D55761563D9}"/>
              </a:ext>
            </a:extLst>
          </p:cNvPr>
          <p:cNvSpPr/>
          <p:nvPr/>
        </p:nvSpPr>
        <p:spPr>
          <a:xfrm>
            <a:off x="2560714" y="3858031"/>
            <a:ext cx="1460809" cy="45739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Sykepleiere</a:t>
            </a:r>
          </a:p>
        </p:txBody>
      </p:sp>
      <p:sp>
        <p:nvSpPr>
          <p:cNvPr id="21" name="Avrundet rektangel 20">
            <a:extLst>
              <a:ext uri="{FF2B5EF4-FFF2-40B4-BE49-F238E27FC236}">
                <a16:creationId xmlns:a16="http://schemas.microsoft.com/office/drawing/2014/main" id="{F52E74A5-5134-C460-77C8-29E4FBCB7100}"/>
              </a:ext>
            </a:extLst>
          </p:cNvPr>
          <p:cNvSpPr/>
          <p:nvPr/>
        </p:nvSpPr>
        <p:spPr>
          <a:xfrm>
            <a:off x="2560714" y="886424"/>
            <a:ext cx="1543879" cy="45739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Triagesenger</a:t>
            </a:r>
            <a:endParaRPr lang="nb-NO" dirty="0"/>
          </a:p>
        </p:txBody>
      </p:sp>
      <p:sp>
        <p:nvSpPr>
          <p:cNvPr id="23" name="Avrundet rektangel 22">
            <a:extLst>
              <a:ext uri="{FF2B5EF4-FFF2-40B4-BE49-F238E27FC236}">
                <a16:creationId xmlns:a16="http://schemas.microsoft.com/office/drawing/2014/main" id="{707A2CD7-1345-9FC3-6E71-51069BC5CD14}"/>
              </a:ext>
            </a:extLst>
          </p:cNvPr>
          <p:cNvSpPr/>
          <p:nvPr/>
        </p:nvSpPr>
        <p:spPr>
          <a:xfrm>
            <a:off x="7434925" y="3897520"/>
            <a:ext cx="852503" cy="45739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Lege</a:t>
            </a:r>
          </a:p>
        </p:txBody>
      </p:sp>
      <p:cxnSp>
        <p:nvCxnSpPr>
          <p:cNvPr id="3" name="Rett linje 2">
            <a:extLst>
              <a:ext uri="{FF2B5EF4-FFF2-40B4-BE49-F238E27FC236}">
                <a16:creationId xmlns:a16="http://schemas.microsoft.com/office/drawing/2014/main" id="{D56FC49B-6A59-B669-0DD8-F849C2F9DAA8}"/>
              </a:ext>
            </a:extLst>
          </p:cNvPr>
          <p:cNvCxnSpPr>
            <a:cxnSpLocks/>
            <a:stCxn id="21" idx="2"/>
            <a:endCxn id="4" idx="0"/>
          </p:cNvCxnSpPr>
          <p:nvPr/>
        </p:nvCxnSpPr>
        <p:spPr>
          <a:xfrm>
            <a:off x="3332654" y="1343818"/>
            <a:ext cx="32228" cy="9198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A3C234E4-9049-139B-5C98-B0E7F3746EFE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flipH="1">
            <a:off x="3291119" y="2843561"/>
            <a:ext cx="73763" cy="10144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tt linje 14">
            <a:extLst>
              <a:ext uri="{FF2B5EF4-FFF2-40B4-BE49-F238E27FC236}">
                <a16:creationId xmlns:a16="http://schemas.microsoft.com/office/drawing/2014/main" id="{8828340E-B912-EF31-3C49-CB0EA2D5D454}"/>
              </a:ext>
            </a:extLst>
          </p:cNvPr>
          <p:cNvCxnSpPr>
            <a:cxnSpLocks/>
          </p:cNvCxnSpPr>
          <p:nvPr/>
        </p:nvCxnSpPr>
        <p:spPr>
          <a:xfrm>
            <a:off x="5295925" y="2796100"/>
            <a:ext cx="32228" cy="9198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F4CC95C0-3A7F-C9E6-CD15-25C45368737E}"/>
              </a:ext>
            </a:extLst>
          </p:cNvPr>
          <p:cNvCxnSpPr>
            <a:cxnSpLocks/>
          </p:cNvCxnSpPr>
          <p:nvPr/>
        </p:nvCxnSpPr>
        <p:spPr>
          <a:xfrm>
            <a:off x="7810525" y="2957464"/>
            <a:ext cx="32228" cy="9198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5889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28778-1F63-A3BB-6932-3792356BB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6D27793E-CF6C-411F-6511-4049DD5ABC68}"/>
              </a:ext>
            </a:extLst>
          </p:cNvPr>
          <p:cNvSpPr/>
          <p:nvPr/>
        </p:nvSpPr>
        <p:spPr>
          <a:xfrm>
            <a:off x="2804533" y="2263698"/>
            <a:ext cx="1120698" cy="579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Triage</a:t>
            </a:r>
            <a:endParaRPr lang="nb-NO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27349E1B-8F08-FBBE-A971-F32489673E88}"/>
              </a:ext>
            </a:extLst>
          </p:cNvPr>
          <p:cNvSpPr/>
          <p:nvPr/>
        </p:nvSpPr>
        <p:spPr>
          <a:xfrm>
            <a:off x="6502673" y="2224668"/>
            <a:ext cx="2453268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Diagnostisering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6E2DF81-A148-7966-1BDE-1A8FD88CA616}"/>
              </a:ext>
            </a:extLst>
          </p:cNvPr>
          <p:cNvSpPr/>
          <p:nvPr/>
        </p:nvSpPr>
        <p:spPr>
          <a:xfrm>
            <a:off x="1605775" y="2174488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53DF1789-A8E2-1DB7-7700-5CBC68C76AEE}"/>
              </a:ext>
            </a:extLst>
          </p:cNvPr>
          <p:cNvSpPr/>
          <p:nvPr/>
        </p:nvSpPr>
        <p:spPr>
          <a:xfrm>
            <a:off x="4941500" y="2169106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cxnSp>
        <p:nvCxnSpPr>
          <p:cNvPr id="9" name="Rett pil 8">
            <a:extLst>
              <a:ext uri="{FF2B5EF4-FFF2-40B4-BE49-F238E27FC236}">
                <a16:creationId xmlns:a16="http://schemas.microsoft.com/office/drawing/2014/main" id="{8AD7E8BD-984A-3969-CE8E-F0DCEF58B15A}"/>
              </a:ext>
            </a:extLst>
          </p:cNvPr>
          <p:cNvCxnSpPr>
            <a:endCxn id="6" idx="2"/>
          </p:cNvCxnSpPr>
          <p:nvPr/>
        </p:nvCxnSpPr>
        <p:spPr>
          <a:xfrm>
            <a:off x="724829" y="2553629"/>
            <a:ext cx="8809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tt pil 9">
            <a:extLst>
              <a:ext uri="{FF2B5EF4-FFF2-40B4-BE49-F238E27FC236}">
                <a16:creationId xmlns:a16="http://schemas.microsoft.com/office/drawing/2014/main" id="{3F372DEF-83F0-42FA-C141-992A3D3AFF6F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925231" y="2548248"/>
            <a:ext cx="977242" cy="5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tt pil 12">
            <a:extLst>
              <a:ext uri="{FF2B5EF4-FFF2-40B4-BE49-F238E27FC236}">
                <a16:creationId xmlns:a16="http://schemas.microsoft.com/office/drawing/2014/main" id="{939B7DE8-2409-F5A5-6A4B-8E19F2C0EE22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722085" y="2548247"/>
            <a:ext cx="780588" cy="16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tt pil 13">
            <a:extLst>
              <a:ext uri="{FF2B5EF4-FFF2-40B4-BE49-F238E27FC236}">
                <a16:creationId xmlns:a16="http://schemas.microsoft.com/office/drawing/2014/main" id="{DFCCE7E8-EC33-F821-5B69-CD220705FB00}"/>
              </a:ext>
            </a:extLst>
          </p:cNvPr>
          <p:cNvCxnSpPr>
            <a:cxnSpLocks/>
          </p:cNvCxnSpPr>
          <p:nvPr/>
        </p:nvCxnSpPr>
        <p:spPr>
          <a:xfrm>
            <a:off x="8955941" y="2556513"/>
            <a:ext cx="814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tt pil 15">
            <a:extLst>
              <a:ext uri="{FF2B5EF4-FFF2-40B4-BE49-F238E27FC236}">
                <a16:creationId xmlns:a16="http://schemas.microsoft.com/office/drawing/2014/main" id="{2CF60DEF-1884-83A1-8BB6-425441E26DED}"/>
              </a:ext>
            </a:extLst>
          </p:cNvPr>
          <p:cNvCxnSpPr>
            <a:cxnSpLocks/>
          </p:cNvCxnSpPr>
          <p:nvPr/>
        </p:nvCxnSpPr>
        <p:spPr>
          <a:xfrm>
            <a:off x="2341756" y="2564780"/>
            <a:ext cx="4404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37EF8E51-2815-4DE5-4DF0-7399AF654F3C}"/>
              </a:ext>
            </a:extLst>
          </p:cNvPr>
          <p:cNvSpPr txBox="1"/>
          <p:nvPr/>
        </p:nvSpPr>
        <p:spPr>
          <a:xfrm>
            <a:off x="1409117" y="2999896"/>
            <a:ext cx="1151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Venterom</a:t>
            </a:r>
          </a:p>
          <a:p>
            <a:endParaRPr lang="nb-NO" dirty="0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429F0C26-F689-F430-AEBD-80086B810DAD}"/>
              </a:ext>
            </a:extLst>
          </p:cNvPr>
          <p:cNvSpPr txBox="1"/>
          <p:nvPr/>
        </p:nvSpPr>
        <p:spPr>
          <a:xfrm>
            <a:off x="5078643" y="3066301"/>
            <a:ext cx="141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Akuttmottak</a:t>
            </a:r>
          </a:p>
        </p:txBody>
      </p:sp>
      <p:sp>
        <p:nvSpPr>
          <p:cNvPr id="19" name="Avrundet rektangel 18">
            <a:extLst>
              <a:ext uri="{FF2B5EF4-FFF2-40B4-BE49-F238E27FC236}">
                <a16:creationId xmlns:a16="http://schemas.microsoft.com/office/drawing/2014/main" id="{696108E0-8EF3-609A-7F3D-707B6A8F5326}"/>
              </a:ext>
            </a:extLst>
          </p:cNvPr>
          <p:cNvSpPr/>
          <p:nvPr/>
        </p:nvSpPr>
        <p:spPr>
          <a:xfrm>
            <a:off x="4455214" y="3930613"/>
            <a:ext cx="1460809" cy="45739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Akuttsenger</a:t>
            </a:r>
          </a:p>
        </p:txBody>
      </p:sp>
      <p:sp>
        <p:nvSpPr>
          <p:cNvPr id="20" name="Avrundet rektangel 19">
            <a:extLst>
              <a:ext uri="{FF2B5EF4-FFF2-40B4-BE49-F238E27FC236}">
                <a16:creationId xmlns:a16="http://schemas.microsoft.com/office/drawing/2014/main" id="{75859522-C75C-019B-14A5-55FC4C9C47F2}"/>
              </a:ext>
            </a:extLst>
          </p:cNvPr>
          <p:cNvSpPr/>
          <p:nvPr/>
        </p:nvSpPr>
        <p:spPr>
          <a:xfrm>
            <a:off x="2560714" y="3858031"/>
            <a:ext cx="1460809" cy="45739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Sykepleiere</a:t>
            </a:r>
          </a:p>
        </p:txBody>
      </p:sp>
      <p:sp>
        <p:nvSpPr>
          <p:cNvPr id="21" name="Avrundet rektangel 20">
            <a:extLst>
              <a:ext uri="{FF2B5EF4-FFF2-40B4-BE49-F238E27FC236}">
                <a16:creationId xmlns:a16="http://schemas.microsoft.com/office/drawing/2014/main" id="{B510061F-3C16-AC73-1236-5E5711A9E9F3}"/>
              </a:ext>
            </a:extLst>
          </p:cNvPr>
          <p:cNvSpPr/>
          <p:nvPr/>
        </p:nvSpPr>
        <p:spPr>
          <a:xfrm>
            <a:off x="2560714" y="886424"/>
            <a:ext cx="1543879" cy="45739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Triagesenger</a:t>
            </a:r>
            <a:endParaRPr lang="nb-NO" dirty="0"/>
          </a:p>
        </p:txBody>
      </p:sp>
      <p:sp>
        <p:nvSpPr>
          <p:cNvPr id="23" name="Avrundet rektangel 22">
            <a:extLst>
              <a:ext uri="{FF2B5EF4-FFF2-40B4-BE49-F238E27FC236}">
                <a16:creationId xmlns:a16="http://schemas.microsoft.com/office/drawing/2014/main" id="{F3904933-5CDF-93B8-4A93-0AA385C18921}"/>
              </a:ext>
            </a:extLst>
          </p:cNvPr>
          <p:cNvSpPr/>
          <p:nvPr/>
        </p:nvSpPr>
        <p:spPr>
          <a:xfrm>
            <a:off x="7434925" y="3897520"/>
            <a:ext cx="852503" cy="45739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Lege</a:t>
            </a:r>
          </a:p>
        </p:txBody>
      </p:sp>
      <p:cxnSp>
        <p:nvCxnSpPr>
          <p:cNvPr id="3" name="Rett linje 2">
            <a:extLst>
              <a:ext uri="{FF2B5EF4-FFF2-40B4-BE49-F238E27FC236}">
                <a16:creationId xmlns:a16="http://schemas.microsoft.com/office/drawing/2014/main" id="{7B7140C8-EF76-F86A-1DAB-38FB5D72470D}"/>
              </a:ext>
            </a:extLst>
          </p:cNvPr>
          <p:cNvCxnSpPr>
            <a:cxnSpLocks/>
            <a:stCxn id="21" idx="2"/>
            <a:endCxn id="4" idx="0"/>
          </p:cNvCxnSpPr>
          <p:nvPr/>
        </p:nvCxnSpPr>
        <p:spPr>
          <a:xfrm>
            <a:off x="3332654" y="1343818"/>
            <a:ext cx="32228" cy="9198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1871FFD3-1A05-E2AA-80AA-CF1F36EACA23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flipH="1">
            <a:off x="3291119" y="2843561"/>
            <a:ext cx="73763" cy="10144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tt linje 14">
            <a:extLst>
              <a:ext uri="{FF2B5EF4-FFF2-40B4-BE49-F238E27FC236}">
                <a16:creationId xmlns:a16="http://schemas.microsoft.com/office/drawing/2014/main" id="{6CB655D9-5BE3-9F17-72C7-E8B35360AEE1}"/>
              </a:ext>
            </a:extLst>
          </p:cNvPr>
          <p:cNvCxnSpPr>
            <a:cxnSpLocks/>
          </p:cNvCxnSpPr>
          <p:nvPr/>
        </p:nvCxnSpPr>
        <p:spPr>
          <a:xfrm flipH="1">
            <a:off x="4941500" y="2893997"/>
            <a:ext cx="165775" cy="10366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F492AC46-8C52-7B40-0B68-25090227202D}"/>
              </a:ext>
            </a:extLst>
          </p:cNvPr>
          <p:cNvCxnSpPr>
            <a:cxnSpLocks/>
          </p:cNvCxnSpPr>
          <p:nvPr/>
        </p:nvCxnSpPr>
        <p:spPr>
          <a:xfrm>
            <a:off x="7810525" y="2957464"/>
            <a:ext cx="32228" cy="9198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Rett pil 1">
            <a:extLst>
              <a:ext uri="{FF2B5EF4-FFF2-40B4-BE49-F238E27FC236}">
                <a16:creationId xmlns:a16="http://schemas.microsoft.com/office/drawing/2014/main" id="{DA8B97FE-FD9E-5BE3-9604-3093644E1D80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320642" y="1115121"/>
            <a:ext cx="0" cy="1053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tt pil 27">
            <a:extLst>
              <a:ext uri="{FF2B5EF4-FFF2-40B4-BE49-F238E27FC236}">
                <a16:creationId xmlns:a16="http://schemas.microsoft.com/office/drawing/2014/main" id="{EFFE7C3B-99B2-FF1F-BAF9-2C2087859D3B}"/>
              </a:ext>
            </a:extLst>
          </p:cNvPr>
          <p:cNvCxnSpPr>
            <a:cxnSpLocks/>
          </p:cNvCxnSpPr>
          <p:nvPr/>
        </p:nvCxnSpPr>
        <p:spPr>
          <a:xfrm flipH="1" flipV="1">
            <a:off x="6290927" y="1101474"/>
            <a:ext cx="521168" cy="21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70919CF3-9358-4F9E-3D9F-A2714DD31E3A}"/>
              </a:ext>
            </a:extLst>
          </p:cNvPr>
          <p:cNvSpPr/>
          <p:nvPr/>
        </p:nvSpPr>
        <p:spPr>
          <a:xfrm>
            <a:off x="5511047" y="722333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cxnSp>
        <p:nvCxnSpPr>
          <p:cNvPr id="32" name="Rett linje 31">
            <a:extLst>
              <a:ext uri="{FF2B5EF4-FFF2-40B4-BE49-F238E27FC236}">
                <a16:creationId xmlns:a16="http://schemas.microsoft.com/office/drawing/2014/main" id="{72C95AF7-1A7B-D13B-54A9-394F0E128111}"/>
              </a:ext>
            </a:extLst>
          </p:cNvPr>
          <p:cNvCxnSpPr/>
          <p:nvPr/>
        </p:nvCxnSpPr>
        <p:spPr>
          <a:xfrm>
            <a:off x="6812095" y="1102506"/>
            <a:ext cx="0" cy="1122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tt linje 32">
            <a:extLst>
              <a:ext uri="{FF2B5EF4-FFF2-40B4-BE49-F238E27FC236}">
                <a16:creationId xmlns:a16="http://schemas.microsoft.com/office/drawing/2014/main" id="{4353C9DE-6119-3FBA-F70B-F74E4D0717FE}"/>
              </a:ext>
            </a:extLst>
          </p:cNvPr>
          <p:cNvCxnSpPr>
            <a:cxnSpLocks/>
          </p:cNvCxnSpPr>
          <p:nvPr/>
        </p:nvCxnSpPr>
        <p:spPr>
          <a:xfrm flipH="1">
            <a:off x="5320155" y="1122682"/>
            <a:ext cx="1908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kstSylinder 39">
            <a:extLst>
              <a:ext uri="{FF2B5EF4-FFF2-40B4-BE49-F238E27FC236}">
                <a16:creationId xmlns:a16="http://schemas.microsoft.com/office/drawing/2014/main" id="{325010C3-D602-410F-59A5-69DAFE963D6D}"/>
              </a:ext>
            </a:extLst>
          </p:cNvPr>
          <p:cNvSpPr txBox="1"/>
          <p:nvPr/>
        </p:nvSpPr>
        <p:spPr>
          <a:xfrm>
            <a:off x="5320155" y="375878"/>
            <a:ext cx="119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Blodprøve</a:t>
            </a:r>
          </a:p>
        </p:txBody>
      </p:sp>
    </p:spTree>
    <p:extLst>
      <p:ext uri="{BB962C8B-B14F-4D97-AF65-F5344CB8AC3E}">
        <p14:creationId xmlns:p14="http://schemas.microsoft.com/office/powerpoint/2010/main" val="367481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DECE-E4C2-1397-0869-0E281EBE1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CE8C87FB-276C-AD34-0A5B-1FEFC4574706}"/>
              </a:ext>
            </a:extLst>
          </p:cNvPr>
          <p:cNvSpPr/>
          <p:nvPr/>
        </p:nvSpPr>
        <p:spPr>
          <a:xfrm>
            <a:off x="2804533" y="3713357"/>
            <a:ext cx="1120698" cy="5798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Triage</a:t>
            </a:r>
            <a:endParaRPr lang="nb-NO" dirty="0"/>
          </a:p>
        </p:txBody>
      </p:sp>
      <p:sp>
        <p:nvSpPr>
          <p:cNvPr id="5" name="Rektangel 4">
            <a:extLst>
              <a:ext uri="{FF2B5EF4-FFF2-40B4-BE49-F238E27FC236}">
                <a16:creationId xmlns:a16="http://schemas.microsoft.com/office/drawing/2014/main" id="{971C9BCC-D00D-7E88-77D1-C09BA6DAD90C}"/>
              </a:ext>
            </a:extLst>
          </p:cNvPr>
          <p:cNvSpPr/>
          <p:nvPr/>
        </p:nvSpPr>
        <p:spPr>
          <a:xfrm>
            <a:off x="6502673" y="3674327"/>
            <a:ext cx="2453268" cy="6802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Diagnostisering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5A3B5938-5283-CFC2-0531-1922530D8ED5}"/>
              </a:ext>
            </a:extLst>
          </p:cNvPr>
          <p:cNvSpPr/>
          <p:nvPr/>
        </p:nvSpPr>
        <p:spPr>
          <a:xfrm>
            <a:off x="1605775" y="3624147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3E14A98B-10C8-258F-9F9C-536998977770}"/>
              </a:ext>
            </a:extLst>
          </p:cNvPr>
          <p:cNvSpPr/>
          <p:nvPr/>
        </p:nvSpPr>
        <p:spPr>
          <a:xfrm>
            <a:off x="4941500" y="3618765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cxnSp>
        <p:nvCxnSpPr>
          <p:cNvPr id="9" name="Rett pil 8">
            <a:extLst>
              <a:ext uri="{FF2B5EF4-FFF2-40B4-BE49-F238E27FC236}">
                <a16:creationId xmlns:a16="http://schemas.microsoft.com/office/drawing/2014/main" id="{5788625F-69EF-F016-189E-2767E062526C}"/>
              </a:ext>
            </a:extLst>
          </p:cNvPr>
          <p:cNvCxnSpPr>
            <a:endCxn id="6" idx="2"/>
          </p:cNvCxnSpPr>
          <p:nvPr/>
        </p:nvCxnSpPr>
        <p:spPr>
          <a:xfrm>
            <a:off x="724829" y="4003288"/>
            <a:ext cx="8809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ett pil 9">
            <a:extLst>
              <a:ext uri="{FF2B5EF4-FFF2-40B4-BE49-F238E27FC236}">
                <a16:creationId xmlns:a16="http://schemas.microsoft.com/office/drawing/2014/main" id="{E7C6C734-DA52-0C88-90FD-480A24FC124A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925231" y="3997907"/>
            <a:ext cx="977242" cy="538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Rett pil 12">
            <a:extLst>
              <a:ext uri="{FF2B5EF4-FFF2-40B4-BE49-F238E27FC236}">
                <a16:creationId xmlns:a16="http://schemas.microsoft.com/office/drawing/2014/main" id="{76584239-8876-48B1-3034-701C37C5133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722085" y="3997906"/>
            <a:ext cx="780588" cy="165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Rett pil 13">
            <a:extLst>
              <a:ext uri="{FF2B5EF4-FFF2-40B4-BE49-F238E27FC236}">
                <a16:creationId xmlns:a16="http://schemas.microsoft.com/office/drawing/2014/main" id="{12B7DFCF-AA50-B59D-D0F1-CEF141C53842}"/>
              </a:ext>
            </a:extLst>
          </p:cNvPr>
          <p:cNvCxnSpPr>
            <a:cxnSpLocks/>
          </p:cNvCxnSpPr>
          <p:nvPr/>
        </p:nvCxnSpPr>
        <p:spPr>
          <a:xfrm>
            <a:off x="8955941" y="4006172"/>
            <a:ext cx="81404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ett pil 15">
            <a:extLst>
              <a:ext uri="{FF2B5EF4-FFF2-40B4-BE49-F238E27FC236}">
                <a16:creationId xmlns:a16="http://schemas.microsoft.com/office/drawing/2014/main" id="{02763B75-2FBA-E885-95FD-60FE2F6BD502}"/>
              </a:ext>
            </a:extLst>
          </p:cNvPr>
          <p:cNvCxnSpPr>
            <a:cxnSpLocks/>
          </p:cNvCxnSpPr>
          <p:nvPr/>
        </p:nvCxnSpPr>
        <p:spPr>
          <a:xfrm>
            <a:off x="2341756" y="4014439"/>
            <a:ext cx="440475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6184F6F6-4E4C-84A9-6CB9-71502D5FB14C}"/>
              </a:ext>
            </a:extLst>
          </p:cNvPr>
          <p:cNvSpPr txBox="1"/>
          <p:nvPr/>
        </p:nvSpPr>
        <p:spPr>
          <a:xfrm>
            <a:off x="1409117" y="4449555"/>
            <a:ext cx="1151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Venterom</a:t>
            </a:r>
          </a:p>
          <a:p>
            <a:endParaRPr lang="nb-NO" dirty="0"/>
          </a:p>
        </p:txBody>
      </p:sp>
      <p:sp>
        <p:nvSpPr>
          <p:cNvPr id="18" name="TekstSylinder 17">
            <a:extLst>
              <a:ext uri="{FF2B5EF4-FFF2-40B4-BE49-F238E27FC236}">
                <a16:creationId xmlns:a16="http://schemas.microsoft.com/office/drawing/2014/main" id="{0C526A0F-014C-041E-BA2A-F3A1344B5C9A}"/>
              </a:ext>
            </a:extLst>
          </p:cNvPr>
          <p:cNvSpPr txBox="1"/>
          <p:nvPr/>
        </p:nvSpPr>
        <p:spPr>
          <a:xfrm>
            <a:off x="5078643" y="4515960"/>
            <a:ext cx="1418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Akuttmottak</a:t>
            </a:r>
          </a:p>
        </p:txBody>
      </p:sp>
      <p:sp>
        <p:nvSpPr>
          <p:cNvPr id="19" name="Avrundet rektangel 18">
            <a:extLst>
              <a:ext uri="{FF2B5EF4-FFF2-40B4-BE49-F238E27FC236}">
                <a16:creationId xmlns:a16="http://schemas.microsoft.com/office/drawing/2014/main" id="{BD338367-6861-F625-A178-E39A48919EFF}"/>
              </a:ext>
            </a:extLst>
          </p:cNvPr>
          <p:cNvSpPr/>
          <p:nvPr/>
        </p:nvSpPr>
        <p:spPr>
          <a:xfrm>
            <a:off x="4455214" y="5380272"/>
            <a:ext cx="1460809" cy="45739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Akuttsenger</a:t>
            </a:r>
          </a:p>
        </p:txBody>
      </p:sp>
      <p:sp>
        <p:nvSpPr>
          <p:cNvPr id="20" name="Avrundet rektangel 19">
            <a:extLst>
              <a:ext uri="{FF2B5EF4-FFF2-40B4-BE49-F238E27FC236}">
                <a16:creationId xmlns:a16="http://schemas.microsoft.com/office/drawing/2014/main" id="{8CE513B7-1331-C559-66C7-F53636CE0FA5}"/>
              </a:ext>
            </a:extLst>
          </p:cNvPr>
          <p:cNvSpPr/>
          <p:nvPr/>
        </p:nvSpPr>
        <p:spPr>
          <a:xfrm>
            <a:off x="2560714" y="5307690"/>
            <a:ext cx="1460809" cy="457395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Sykepleiere</a:t>
            </a:r>
          </a:p>
        </p:txBody>
      </p:sp>
      <p:sp>
        <p:nvSpPr>
          <p:cNvPr id="21" name="Avrundet rektangel 20">
            <a:extLst>
              <a:ext uri="{FF2B5EF4-FFF2-40B4-BE49-F238E27FC236}">
                <a16:creationId xmlns:a16="http://schemas.microsoft.com/office/drawing/2014/main" id="{459D425B-8B2D-E139-0CAA-33577C8C726A}"/>
              </a:ext>
            </a:extLst>
          </p:cNvPr>
          <p:cNvSpPr/>
          <p:nvPr/>
        </p:nvSpPr>
        <p:spPr>
          <a:xfrm>
            <a:off x="2560714" y="2336083"/>
            <a:ext cx="1543879" cy="45739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 err="1"/>
              <a:t>Triagesenger</a:t>
            </a:r>
            <a:endParaRPr lang="nb-NO" dirty="0"/>
          </a:p>
        </p:txBody>
      </p:sp>
      <p:sp>
        <p:nvSpPr>
          <p:cNvPr id="23" name="Avrundet rektangel 22">
            <a:extLst>
              <a:ext uri="{FF2B5EF4-FFF2-40B4-BE49-F238E27FC236}">
                <a16:creationId xmlns:a16="http://schemas.microsoft.com/office/drawing/2014/main" id="{352C55DE-D39D-20E4-3DD7-86D9E36391C3}"/>
              </a:ext>
            </a:extLst>
          </p:cNvPr>
          <p:cNvSpPr/>
          <p:nvPr/>
        </p:nvSpPr>
        <p:spPr>
          <a:xfrm>
            <a:off x="7434925" y="5347179"/>
            <a:ext cx="852503" cy="45739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Lege</a:t>
            </a:r>
          </a:p>
        </p:txBody>
      </p:sp>
      <p:cxnSp>
        <p:nvCxnSpPr>
          <p:cNvPr id="3" name="Rett linje 2">
            <a:extLst>
              <a:ext uri="{FF2B5EF4-FFF2-40B4-BE49-F238E27FC236}">
                <a16:creationId xmlns:a16="http://schemas.microsoft.com/office/drawing/2014/main" id="{F31EDA12-BDCD-EA76-1B22-601805642211}"/>
              </a:ext>
            </a:extLst>
          </p:cNvPr>
          <p:cNvCxnSpPr>
            <a:cxnSpLocks/>
            <a:stCxn id="21" idx="2"/>
            <a:endCxn id="4" idx="0"/>
          </p:cNvCxnSpPr>
          <p:nvPr/>
        </p:nvCxnSpPr>
        <p:spPr>
          <a:xfrm>
            <a:off x="3332654" y="2793477"/>
            <a:ext cx="32228" cy="9198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ett linje 11">
            <a:extLst>
              <a:ext uri="{FF2B5EF4-FFF2-40B4-BE49-F238E27FC236}">
                <a16:creationId xmlns:a16="http://schemas.microsoft.com/office/drawing/2014/main" id="{A09F33EA-E01A-BD91-6F34-8805E5EFF07F}"/>
              </a:ext>
            </a:extLst>
          </p:cNvPr>
          <p:cNvCxnSpPr>
            <a:stCxn id="4" idx="2"/>
            <a:endCxn id="20" idx="0"/>
          </p:cNvCxnSpPr>
          <p:nvPr/>
        </p:nvCxnSpPr>
        <p:spPr>
          <a:xfrm flipH="1">
            <a:off x="3291119" y="4293220"/>
            <a:ext cx="73763" cy="101447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ett linje 14">
            <a:extLst>
              <a:ext uri="{FF2B5EF4-FFF2-40B4-BE49-F238E27FC236}">
                <a16:creationId xmlns:a16="http://schemas.microsoft.com/office/drawing/2014/main" id="{C14358A6-4386-6753-8EF2-8CCAABB83D22}"/>
              </a:ext>
            </a:extLst>
          </p:cNvPr>
          <p:cNvCxnSpPr>
            <a:cxnSpLocks/>
          </p:cNvCxnSpPr>
          <p:nvPr/>
        </p:nvCxnSpPr>
        <p:spPr>
          <a:xfrm flipH="1">
            <a:off x="4941500" y="4343656"/>
            <a:ext cx="165775" cy="103661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Rett linje 21">
            <a:extLst>
              <a:ext uri="{FF2B5EF4-FFF2-40B4-BE49-F238E27FC236}">
                <a16:creationId xmlns:a16="http://schemas.microsoft.com/office/drawing/2014/main" id="{2F379155-342F-2EB8-6F75-96E423CF34BE}"/>
              </a:ext>
            </a:extLst>
          </p:cNvPr>
          <p:cNvCxnSpPr>
            <a:cxnSpLocks/>
          </p:cNvCxnSpPr>
          <p:nvPr/>
        </p:nvCxnSpPr>
        <p:spPr>
          <a:xfrm>
            <a:off x="7810525" y="4407123"/>
            <a:ext cx="32228" cy="91988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Rett pil 1">
            <a:extLst>
              <a:ext uri="{FF2B5EF4-FFF2-40B4-BE49-F238E27FC236}">
                <a16:creationId xmlns:a16="http://schemas.microsoft.com/office/drawing/2014/main" id="{E9821C1E-9C25-07FE-6E3F-087260B38C12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5320642" y="2564780"/>
            <a:ext cx="0" cy="10539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Rett pil 27">
            <a:extLst>
              <a:ext uri="{FF2B5EF4-FFF2-40B4-BE49-F238E27FC236}">
                <a16:creationId xmlns:a16="http://schemas.microsoft.com/office/drawing/2014/main" id="{51325AB6-806B-491C-42BE-913E5E5150E3}"/>
              </a:ext>
            </a:extLst>
          </p:cNvPr>
          <p:cNvCxnSpPr>
            <a:cxnSpLocks/>
          </p:cNvCxnSpPr>
          <p:nvPr/>
        </p:nvCxnSpPr>
        <p:spPr>
          <a:xfrm flipH="1" flipV="1">
            <a:off x="6290927" y="2551133"/>
            <a:ext cx="521168" cy="212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Ellipse 29">
            <a:extLst>
              <a:ext uri="{FF2B5EF4-FFF2-40B4-BE49-F238E27FC236}">
                <a16:creationId xmlns:a16="http://schemas.microsoft.com/office/drawing/2014/main" id="{181A8045-E0E6-AD81-231A-3E5C1F13B74D}"/>
              </a:ext>
            </a:extLst>
          </p:cNvPr>
          <p:cNvSpPr/>
          <p:nvPr/>
        </p:nvSpPr>
        <p:spPr>
          <a:xfrm>
            <a:off x="5521932" y="2166319"/>
            <a:ext cx="758283" cy="75828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Q</a:t>
            </a:r>
          </a:p>
        </p:txBody>
      </p:sp>
      <p:cxnSp>
        <p:nvCxnSpPr>
          <p:cNvPr id="32" name="Rett linje 31">
            <a:extLst>
              <a:ext uri="{FF2B5EF4-FFF2-40B4-BE49-F238E27FC236}">
                <a16:creationId xmlns:a16="http://schemas.microsoft.com/office/drawing/2014/main" id="{EBEB7DA4-7F61-3419-CFA9-3146141709FA}"/>
              </a:ext>
            </a:extLst>
          </p:cNvPr>
          <p:cNvCxnSpPr/>
          <p:nvPr/>
        </p:nvCxnSpPr>
        <p:spPr>
          <a:xfrm>
            <a:off x="6812095" y="2552165"/>
            <a:ext cx="0" cy="112216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Rett linje 32">
            <a:extLst>
              <a:ext uri="{FF2B5EF4-FFF2-40B4-BE49-F238E27FC236}">
                <a16:creationId xmlns:a16="http://schemas.microsoft.com/office/drawing/2014/main" id="{8D3F2F4C-2D5B-CA28-5F9C-CB83279C1C58}"/>
              </a:ext>
            </a:extLst>
          </p:cNvPr>
          <p:cNvCxnSpPr>
            <a:cxnSpLocks/>
          </p:cNvCxnSpPr>
          <p:nvPr/>
        </p:nvCxnSpPr>
        <p:spPr>
          <a:xfrm flipH="1">
            <a:off x="5320155" y="2572341"/>
            <a:ext cx="19089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kstSylinder 39">
            <a:extLst>
              <a:ext uri="{FF2B5EF4-FFF2-40B4-BE49-F238E27FC236}">
                <a16:creationId xmlns:a16="http://schemas.microsoft.com/office/drawing/2014/main" id="{CB490A2F-F69A-E9C4-55A6-645A8DF3F696}"/>
              </a:ext>
            </a:extLst>
          </p:cNvPr>
          <p:cNvSpPr txBox="1"/>
          <p:nvPr/>
        </p:nvSpPr>
        <p:spPr>
          <a:xfrm>
            <a:off x="4920622" y="1777899"/>
            <a:ext cx="119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b-NO" dirty="0"/>
              <a:t>Blodprøve</a:t>
            </a:r>
          </a:p>
        </p:txBody>
      </p:sp>
      <p:sp>
        <p:nvSpPr>
          <p:cNvPr id="8" name="Avrundet rektangel 7">
            <a:extLst>
              <a:ext uri="{FF2B5EF4-FFF2-40B4-BE49-F238E27FC236}">
                <a16:creationId xmlns:a16="http://schemas.microsoft.com/office/drawing/2014/main" id="{1275658F-4AF4-8301-6403-41CF4923A213}"/>
              </a:ext>
            </a:extLst>
          </p:cNvPr>
          <p:cNvSpPr/>
          <p:nvPr/>
        </p:nvSpPr>
        <p:spPr>
          <a:xfrm>
            <a:off x="6598583" y="1087413"/>
            <a:ext cx="852503" cy="457394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Lab</a:t>
            </a:r>
          </a:p>
        </p:txBody>
      </p:sp>
      <p:cxnSp>
        <p:nvCxnSpPr>
          <p:cNvPr id="11" name="Rett linje 10">
            <a:extLst>
              <a:ext uri="{FF2B5EF4-FFF2-40B4-BE49-F238E27FC236}">
                <a16:creationId xmlns:a16="http://schemas.microsoft.com/office/drawing/2014/main" id="{CA7DF567-4DAC-439A-DC22-EAF5C3118680}"/>
              </a:ext>
            </a:extLst>
          </p:cNvPr>
          <p:cNvCxnSpPr>
            <a:cxnSpLocks/>
            <a:endCxn id="30" idx="7"/>
          </p:cNvCxnSpPr>
          <p:nvPr/>
        </p:nvCxnSpPr>
        <p:spPr>
          <a:xfrm flipH="1">
            <a:off x="6169167" y="1385142"/>
            <a:ext cx="425875" cy="89222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438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35</Words>
  <Application>Microsoft Macintosh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Office-tema</vt:lpstr>
      <vt:lpstr>PowerPoint-presentasjon</vt:lpstr>
      <vt:lpstr>PowerPoint-presentasjon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Torstein Hauge Fossnes</dc:creator>
  <cp:lastModifiedBy>Torstein Hauge Fossnes</cp:lastModifiedBy>
  <cp:revision>2</cp:revision>
  <dcterms:created xsi:type="dcterms:W3CDTF">2026-04-13T14:46:03Z</dcterms:created>
  <dcterms:modified xsi:type="dcterms:W3CDTF">2026-04-13T15:11:09Z</dcterms:modified>
</cp:coreProperties>
</file>